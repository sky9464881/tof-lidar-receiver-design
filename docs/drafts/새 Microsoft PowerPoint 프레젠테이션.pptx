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2T03:23:03.04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103 1632 24575,'-3'2'0,"1"0"0,-1 0 0,1 1 0,0-1 0,0 1 0,0 0 0,0 0 0,0 0 0,0 0 0,-2 5 0,-10 37 0,10-30 0,-11 44 0,3 2 0,-7 88 0,6 127 0,13-261 0,1 427 0,2-406 0,1 0 0,2-1 0,2 1 0,1-2 0,22 55 0,86 156 0,-116-242 0,39 72 0,-9-20 0,29 76 0,-41-80 0,3-1 0,1-1 0,54 83 0,15-2 0,162 175 0,-112-151 0,68 69 0,-155-169 0,123 89 0,-134-113 0,1-2 0,2-2 0,84 33 0,493 158 0,5-21 0,-288-91 0,-240-75 0,1-4 0,174 21 0,-75-32 0,0-9 0,333-32 0,68 5 0,-534 20 0,-1-4 0,0-2 0,70-18 0,-42 2 0,132-52 0,-199 64 0,-1 0 0,0-2 0,27-18 0,-44 25 0,-1-1 0,0-1 0,0 1 0,0-2 0,-1 1 0,0-1 0,-1 0 0,0-1 0,0 1 0,8-18 0,94-230 0,-88 197 0,-3 0 0,15-90 0,-7-118 0,-22 216 0,12-64 0,-9 78 0,-2 0 0,-1 0 0,-2 0 0,-3-40 0,-8 18 0,-3 0 0,-29-88 0,12 51 0,19 62 0,-1 1 0,-2 1 0,-20-37 0,21 48 0,0 1 0,-2 1 0,-1 0 0,0 1 0,-31-28 0,-147-108 0,-16 13 0,87 62 0,96 62 0,-117-73 0,115 75 0,-1 1 0,-1 1 0,-38-11 0,-275-52 0,182 46 0,100 16 0,-65-27 0,-18-4 0,123 40 0,1 0 0,0-2 0,0 0 0,1-1 0,0-1 0,0-1 0,1 0 0,1-2 0,-17-14 0,-25-28 0,2-2 0,3-2 0,-65-93 0,88 111 0,14 20 0,2 0 0,0-1 0,1-1 0,-16-34 0,12 12 0,-22-88 0,36 114 0,0 0 0,2-1 0,0 1 0,1-1 0,1 1 0,1-1 0,6-30 0,-5 40 0,2-1 0,-1 0 0,2 1 0,-1 0 0,1 0 0,1 1 0,0-1 0,0 1 0,15-16 0,7-5 0,45-35 0,-29 27 0,-12 9 0,2 1 0,0 1 0,2 2 0,1 2 0,53-26 0,-63 39 0,50-11 0,-55 16 0,0-1 0,-1-1 0,42-19 0,-56 22 0,-1 0 0,1 0 0,0-1 0,-1 0 0,0 0 0,0-1 0,-1 0 0,0 0 0,0 0 0,0-1 0,0 1 0,4-11 0,0-4 0,-1 0 0,-1 0 0,5-25 0,-12 45 0,44-200 0,-38 165 0,-2 0 0,-1 0 0,-4-62 0,0 93 0,0-1 0,0 1 0,-1 0 0,1-1 0,-1 1 0,-1 0 0,1 0 0,-1 0 0,1 0 0,-2 0 0,1 1 0,-4-5 0,-7-6 0,-31-26 0,21 19 0,6 5 0,-1 0 0,-1 1 0,0 1 0,-1 1 0,0 1 0,-29-13 0,-164-46 0,120 43 0,-24-6 0,-2 6 0,-151-18 0,191 39 0,0 4 0,0 3 0,-1 4 0,1 3 0,-103 22 0,64-5 0,-5-1 0,-151 50 0,251-65 0,-1 2 0,1 1 0,1 0 0,0 2 0,-27 18 0,-102 98-251,0 0-481,-154 78-3134,220-152 2833,35-21 373,-29 17 2014,-107 89-1,152-111-848,0-1-1,-45 25 1,-78 34 1326,54-31-1341,9-4-490,-158 96 0,180-102 0,46-29 0,0 1 0,0 1 0,-42 40 0,16-4-682,-92 121-1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2T03:23:14.10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324207-8230-0E5C-0F5D-8ADFC7F49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822FEAA-0575-CC14-6ED4-3F34A8AA2A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82FE18-67A2-33EF-1204-5075CE6B1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BE14-9C3F-4DEA-ADF5-1BEAA1FF4C99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F70CBB-39B2-6D70-07D6-680204FC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14ED9A-3C90-7933-3C99-A1E828340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067A6-9EB3-4780-9127-EBCD099D61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09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1BDF0-0BA7-3741-D705-823D1D9F2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0645E7-02AB-6704-9721-BAC396982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420692-D5F3-A97A-66A8-BF375664D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BE14-9C3F-4DEA-ADF5-1BEAA1FF4C99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73615A-3D2E-AFE6-A3E1-1B807260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B591B4-42D2-C9B2-BE92-0E81CBF49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067A6-9EB3-4780-9127-EBCD099D61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660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C329F7-3DCF-9CC9-032D-71A418505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D41C02-DFCB-6A4B-B7EF-8F82B38B3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7CCE5F-485B-95FB-5855-677ACFDF0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BE14-9C3F-4DEA-ADF5-1BEAA1FF4C99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AD07B7-D594-292C-636E-CDCD24537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2B3989-5F7F-F7C5-0AAE-44045263C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067A6-9EB3-4780-9127-EBCD099D61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045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D28F6-4409-E89D-C837-DF7CA7C99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C1FDAA-901B-C5E4-9EA0-5690F92F13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7ECB7B-F127-E641-D35C-2EC0C34D8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6C39D4-C9CB-8A9E-D9D5-074CEC038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BE14-9C3F-4DEA-ADF5-1BEAA1FF4C99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D5B796-CD08-CFFF-F1FD-8491F9CA4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2A00DF-FF8D-79CB-30A5-228116D19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067A6-9EB3-4780-9127-EBCD099D61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880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364FE8-0D4A-C6AE-5D52-8F5CC1D9A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A3952D-E429-EBBC-CD8B-E3FB3BA40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0C825B-8C79-8FD2-95D1-F4F8D905C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715602A-C31A-44DB-71F3-6B0B76001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E7D4C0A-4310-DA81-6149-5B7A281EFF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6A4A918-FD9D-7D23-D695-128ACD90C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BE14-9C3F-4DEA-ADF5-1BEAA1FF4C99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B62FB37-1CA2-BD7E-93BC-14F015FAB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B1FEE68-A071-0E6B-5C28-4A196859F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067A6-9EB3-4780-9127-EBCD099D61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940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AE89EF-F100-956D-274B-EB0ECBF8C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F85AD39-CCBA-72B2-7574-89FC22C7E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BE14-9C3F-4DEA-ADF5-1BEAA1FF4C99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9CE6AB1-6F8A-EC07-9BB2-90BED6CC9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AB4605-AFE9-AC38-61F7-E52C3CB11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067A6-9EB3-4780-9127-EBCD099D61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8648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EE4B838-07B7-5601-BA8F-6EF2CC9AB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BE14-9C3F-4DEA-ADF5-1BEAA1FF4C99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A439800-E34B-8F13-A357-E59CC8D28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77BDB7-9BAE-7BDE-4D34-5EF097F1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067A6-9EB3-4780-9127-EBCD099D61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6583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7EBF97-B4BA-AA9F-7294-334A782F2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725D1E-1354-3398-C108-549B0860E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8BDE15-04B2-F2B7-A701-37A11AEF23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80BBA9-BC8D-D4D3-63DF-6F239039F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BE14-9C3F-4DEA-ADF5-1BEAA1FF4C99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043719-4375-65E0-3FAC-96F36D532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DD3F8C-1041-2621-B8E1-2C16B0664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067A6-9EB3-4780-9127-EBCD099D61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170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842C79-6AAA-48C7-A6A1-29026C909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9F472FC-A5AD-5C7E-34EA-3195910C21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FF6B41B-9BA5-161C-D2A7-006A7B3C1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23DCC0-761A-073F-C656-014F76D54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BE14-9C3F-4DEA-ADF5-1BEAA1FF4C99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2881A6-2345-D795-A15E-4F75F0D6F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AAF6C6-9947-A93C-79E0-ACD208DC3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067A6-9EB3-4780-9127-EBCD099D61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912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3EA71C-9E45-203D-8EEC-4CEBD749C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8DBB35-42A9-B702-91A3-CBB978319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D6FC14-3631-BD5C-AB75-0D298F5B1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BE14-9C3F-4DEA-ADF5-1BEAA1FF4C99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8AE992-A72E-AAD4-1E9E-9739618AD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BF8D12-06CB-8C72-FD0A-B2380C1C3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067A6-9EB3-4780-9127-EBCD099D61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61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6C2B0C0-A419-2967-A06F-A6E1C674C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21B7B79-66DC-3426-28E5-6DDB1B168D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9B899D-B9DD-70EE-1CCD-41FDA8224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BE14-9C3F-4DEA-ADF5-1BEAA1FF4C99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B1B1BA-6EDE-4D6A-4308-0BD9D73E8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4C82A7-9247-8888-ADF0-EF8BC596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067A6-9EB3-4780-9127-EBCD099D61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817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66F177B-8ED1-706C-0FD9-B8F2A8F6B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B14600-39AE-E9B4-107D-7766571C9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9E91D8-6CC0-C828-BA35-C1C24FC80F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31BE14-9C3F-4DEA-ADF5-1BEAA1FF4C99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E649BB-FED8-725C-5945-98A635DCCF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6C425E-6E1C-5CAF-126A-B00764E713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5067A6-9EB3-4780-9127-EBCD099D61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951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80DC5-1D13-7413-A7DB-48F483CEF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3536" y="238648"/>
            <a:ext cx="9144000" cy="1117610"/>
          </a:xfrm>
        </p:spPr>
        <p:txBody>
          <a:bodyPr/>
          <a:lstStyle/>
          <a:p>
            <a:r>
              <a:rPr lang="en-US" altLang="ko-KR" dirty="0"/>
              <a:t>5/22 </a:t>
            </a:r>
            <a:r>
              <a:rPr lang="ko-KR" altLang="en-US" dirty="0"/>
              <a:t>미팅용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A46A8A-137D-C78B-D06B-90815D919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6739" y="1576857"/>
            <a:ext cx="9144000" cy="1655762"/>
          </a:xfrm>
        </p:spPr>
        <p:txBody>
          <a:bodyPr/>
          <a:lstStyle/>
          <a:p>
            <a:r>
              <a:rPr lang="ko-KR" altLang="en-US" dirty="0"/>
              <a:t>현재 진행사항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BC5BFD2-9ED5-8628-A982-5BB42EEEA6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295" b="14027"/>
          <a:stretch/>
        </p:blipFill>
        <p:spPr>
          <a:xfrm>
            <a:off x="3271494" y="1356258"/>
            <a:ext cx="5649011" cy="532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66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B6CF80-B494-E277-4445-634D92DBC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5V </a:t>
            </a:r>
            <a:r>
              <a:rPr lang="ko-KR" altLang="en-US" dirty="0"/>
              <a:t>전압 인가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D2689C-EDCE-5C09-DCEF-C6F4988EA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B56AF57-D168-9AE4-A2A7-C30E1630B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139135" y="597739"/>
            <a:ext cx="5052974" cy="673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0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876950-F01E-D392-E8ED-2682BE9C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-5V </a:t>
            </a:r>
            <a:r>
              <a:rPr lang="ko-KR" altLang="en-US" dirty="0"/>
              <a:t>전압 인가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58F49BD-E960-4EF8-A410-B32B142DC9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400000">
            <a:off x="2935796" y="732331"/>
            <a:ext cx="5065606" cy="6754141"/>
          </a:xfrm>
        </p:spPr>
      </p:pic>
    </p:spTree>
    <p:extLst>
      <p:ext uri="{BB962C8B-B14F-4D97-AF65-F5344CB8AC3E}">
        <p14:creationId xmlns:p14="http://schemas.microsoft.com/office/powerpoint/2010/main" val="244485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8ADA05-1B7B-B3E6-900C-6476D24D0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apd</a:t>
            </a:r>
            <a:r>
              <a:rPr lang="en-US" altLang="ko-KR" dirty="0"/>
              <a:t> </a:t>
            </a:r>
            <a:r>
              <a:rPr lang="ko-KR" altLang="en-US" dirty="0"/>
              <a:t>바이어스 </a:t>
            </a:r>
            <a:r>
              <a:rPr lang="en-US" altLang="ko-KR" dirty="0"/>
              <a:t>(120V)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60501C-4564-6147-BE6B-CFFCF9507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22D8A67-4ABE-16BB-8098-DFF53BFC6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787691" y="711289"/>
            <a:ext cx="5090570" cy="678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053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E9894C-666B-9764-4D36-CF6E4A37D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OPA855 output</a:t>
            </a:r>
            <a:r>
              <a:rPr lang="ko-KR" altLang="en-US" dirty="0"/>
              <a:t> </a:t>
            </a:r>
            <a:r>
              <a:rPr lang="en-US" altLang="ko-KR" dirty="0"/>
              <a:t>offset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AD19041-1BE1-6C96-47C0-315AB1A9F0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400000">
            <a:off x="3115736" y="654804"/>
            <a:ext cx="5004061" cy="6672082"/>
          </a:xfrm>
        </p:spPr>
      </p:pic>
    </p:spTree>
    <p:extLst>
      <p:ext uri="{BB962C8B-B14F-4D97-AF65-F5344CB8AC3E}">
        <p14:creationId xmlns:p14="http://schemas.microsoft.com/office/powerpoint/2010/main" val="3731291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B80ACA6-D70C-CBF9-CB76-73B07E843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3947462" cy="2705102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OPA 855output </a:t>
            </a:r>
            <a:r>
              <a:rPr lang="ko-KR" altLang="en-US" sz="4000" dirty="0"/>
              <a:t>확인용 </a:t>
            </a:r>
            <a:r>
              <a:rPr lang="ko-KR" altLang="en-US" sz="4000" dirty="0" err="1"/>
              <a:t>점프선</a:t>
            </a:r>
            <a:r>
              <a:rPr lang="en-US" altLang="ko-KR" sz="4000" dirty="0"/>
              <a:t>, RF</a:t>
            </a:r>
            <a:r>
              <a:rPr lang="ko-KR" altLang="en-US" sz="4000" dirty="0"/>
              <a:t>커넥터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FE33CB-4BB2-8E2A-7B40-B841D933FD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641" r="2935" b="13920"/>
          <a:stretch/>
        </p:blipFill>
        <p:spPr>
          <a:xfrm>
            <a:off x="5180444" y="213969"/>
            <a:ext cx="6741105" cy="6430061"/>
          </a:xfrm>
          <a:prstGeom prst="rect">
            <a:avLst/>
          </a:prstGeom>
          <a:effectLst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4C18008F-27DB-664B-7B15-65E24B0B1F4B}"/>
                  </a:ext>
                </a:extLst>
              </p14:cNvPr>
              <p14:cNvContentPartPr/>
              <p14:nvPr/>
            </p14:nvContentPartPr>
            <p14:xfrm>
              <a:off x="6861067" y="1563163"/>
              <a:ext cx="2304720" cy="200844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4C18008F-27DB-664B-7B15-65E24B0B1F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25067" y="1527523"/>
                <a:ext cx="2376360" cy="208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9670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BC5A88-5DE2-497A-256B-20A5D229A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3F349F-0745-B7BE-8F0F-14998AA6B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6D70C0A7-74ED-FD3F-14CD-8148C7E300B2}"/>
                  </a:ext>
                </a:extLst>
              </p14:cNvPr>
              <p14:cNvContentPartPr/>
              <p14:nvPr/>
            </p14:nvContentPartPr>
            <p14:xfrm>
              <a:off x="3284467" y="4857163"/>
              <a:ext cx="360" cy="36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6D70C0A7-74ED-FD3F-14CD-8148C7E300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48827" y="4821523"/>
                <a:ext cx="72000" cy="72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B9C9C4A0-406B-F157-9EBD-638E66E1B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5987" y="0"/>
            <a:ext cx="8860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655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27</Words>
  <Application>Microsoft Office PowerPoint</Application>
  <PresentationFormat>와이드스크린</PresentationFormat>
  <Paragraphs>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5/22 미팅용 자료</vt:lpstr>
      <vt:lpstr>5V 전압 인가</vt:lpstr>
      <vt:lpstr>-5V 전압 인가</vt:lpstr>
      <vt:lpstr>apd 바이어스 (120V)</vt:lpstr>
      <vt:lpstr>OPA855 output offset</vt:lpstr>
      <vt:lpstr>OPA 855output 확인용 점프선, RF커넥터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김화평</dc:creator>
  <cp:lastModifiedBy>김화평</cp:lastModifiedBy>
  <cp:revision>1</cp:revision>
  <dcterms:created xsi:type="dcterms:W3CDTF">2025-05-22T03:11:24Z</dcterms:created>
  <dcterms:modified xsi:type="dcterms:W3CDTF">2025-05-22T03:27:20Z</dcterms:modified>
</cp:coreProperties>
</file>